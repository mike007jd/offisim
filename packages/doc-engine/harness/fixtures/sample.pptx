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 title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text for slide 1 of 5 — fixture content.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 title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text for slide 2 of 5 — fixture content.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 title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text for slide 3 of 5 — fixture content.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 title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text for slide 4 of 5 — fixture content.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 title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text for slide 5 of 5 — fixture content.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2026-05-04T22:58:48Z</dcterms:created>
  <dcterms:modified xsi:type="dcterms:W3CDTF">2026-05-04T22:58:48Z</dcterms:modified>
</cp:coreProperties>
</file>